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44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содержимо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Модуль «Шлагбаум» — выявление неисправностей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 hasCustomPrompt="1"/>
          </p:nvPr>
        </p:nvSpPr>
        <p:spPr>
          <a:xfrm>
            <a:off x="1039091" y="1235075"/>
            <a:ext cx="10698163" cy="21939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/>
              <a:t>Модуль «Шлагбаум»: контроль, диагностика и восстановление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4294967295" hasCustomPrompt="1"/>
          </p:nvPr>
        </p:nvSpPr>
        <p:spPr>
          <a:xfrm>
            <a:off x="1039091" y="3703637"/>
            <a:ext cx="10698163" cy="201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/>
              <a:t>Система «Умный перекрёсток» · Задание 2</a:t>
            </a:r>
          </a:p>
          <a:p>
            <a:r>
              <a:rPr lang="en-US" sz="1800" dirty="0"/>
              <a:t>Студент: </a:t>
            </a:r>
            <a:r>
              <a:rPr lang="ru-RU" sz="1800" dirty="0">
                <a:latin typeface="Times New Roman" panose="02020603050405020304" pitchFamily="18" charset="0"/>
              </a:rPr>
              <a:t>Казакова Е.Б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Файл: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run_module.bat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Дата: 24.10.26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Состав модуля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Arduino Uno + module.ino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опрос датчиков, сервопривод, строки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Приложение gate.py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ручной и автоматический режим, мониторинг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База данных events.db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таблицы events и measurements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7CC47E-5378-6E7A-2D23-1913537F3A7B}"/>
              </a:ext>
            </a:extLst>
          </p:cNvPr>
          <p:cNvSpPr/>
          <p:nvPr/>
        </p:nvSpPr>
        <p:spPr>
          <a:xfrm>
            <a:off x="1990165" y="1417320"/>
            <a:ext cx="3684494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Arduino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BB4A5C-593F-67D2-ECBF-A5CD9C30C011}"/>
              </a:ext>
            </a:extLst>
          </p:cNvPr>
          <p:cNvSpPr/>
          <p:nvPr/>
        </p:nvSpPr>
        <p:spPr>
          <a:xfrm>
            <a:off x="1990165" y="2749924"/>
            <a:ext cx="3684494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DHT11, </a:t>
            </a:r>
            <a:r>
              <a:rPr lang="ru-RU" dirty="0"/>
              <a:t>фоторезистор, УЗ-датчик</a:t>
            </a:r>
            <a:endParaRPr lang="en-US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FCB0A0-D75F-5088-D8E5-57F4D67AC0F7}"/>
              </a:ext>
            </a:extLst>
          </p:cNvPr>
          <p:cNvSpPr/>
          <p:nvPr/>
        </p:nvSpPr>
        <p:spPr>
          <a:xfrm>
            <a:off x="2008095" y="4046220"/>
            <a:ext cx="3684494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приложение</a:t>
            </a:r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3804D81-CF0C-70EB-7779-C0B5260732DA}"/>
              </a:ext>
            </a:extLst>
          </p:cNvPr>
          <p:cNvSpPr/>
          <p:nvPr/>
        </p:nvSpPr>
        <p:spPr>
          <a:xfrm>
            <a:off x="1990165" y="5359998"/>
            <a:ext cx="3684494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/>
              <a:t>База данных</a:t>
            </a:r>
            <a:endParaRPr lang="en-US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32DBBA3-CED9-F54F-A198-3B9DC53801E0}"/>
              </a:ext>
            </a:extLst>
          </p:cNvPr>
          <p:cNvCxnSpPr>
            <a:stCxn id="3" idx="2"/>
            <a:endCxn id="14" idx="0"/>
          </p:cNvCxnSpPr>
          <p:nvPr/>
        </p:nvCxnSpPr>
        <p:spPr>
          <a:xfrm>
            <a:off x="3832412" y="2240280"/>
            <a:ext cx="0" cy="509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B85CBB3-731F-AE6D-0B3C-06F2F08E129A}"/>
              </a:ext>
            </a:extLst>
          </p:cNvPr>
          <p:cNvCxnSpPr/>
          <p:nvPr/>
        </p:nvCxnSpPr>
        <p:spPr>
          <a:xfrm>
            <a:off x="3850342" y="3557195"/>
            <a:ext cx="0" cy="509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F5B0ACD-E883-3085-693C-17DA481BF6C7}"/>
              </a:ext>
            </a:extLst>
          </p:cNvPr>
          <p:cNvCxnSpPr/>
          <p:nvPr/>
        </p:nvCxnSpPr>
        <p:spPr>
          <a:xfrm>
            <a:off x="3832412" y="4869180"/>
            <a:ext cx="0" cy="509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Режимы работы и логика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072504"/>
              </p:ext>
            </p:extLst>
          </p:nvPr>
        </p:nvGraphicFramePr>
        <p:xfrm>
          <a:off x="548640" y="1280160"/>
          <a:ext cx="6035040" cy="39684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или датчик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Ситуация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модуль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Оператор нажал «Открыть» или «Закрыть»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Шлагбаум открывается или закрывается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Автомобиль ближе 20 см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Шлагбаум открывается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Автомобиль уехал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Шлагбаум закрывается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Фоторезистор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Темно — ночь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Включается подсветка (светодиод D13)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DHT11, температура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Выше порога — перегрев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Неисправность OVERHEAT, автоматика отключается; остыл — работает снова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Выдернут провод DATA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Неисправность NO_SIGNAL, автоматика отключается; провод вернули — работает снова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Оператор видит в «Мониторинге» режим, положение шлагбаума, показания датчиков и состояние: зелёное — норма, красное — неисправность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0892D-FD87-A921-8B2D-58893FEA083A}"/>
              </a:ext>
            </a:extLst>
          </p:cNvPr>
          <p:cNvSpPr txBox="1"/>
          <p:nvPr/>
        </p:nvSpPr>
        <p:spPr>
          <a:xfrm>
            <a:off x="8714574" y="2968228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0D368F-0938-4520-3943-13E72D48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235" y="956725"/>
            <a:ext cx="5011125" cy="4761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Выявление неисправности: обрыв провода DHT11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396240" y="4982587"/>
            <a:ext cx="3164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Провод DATA выдернут: состояние красное, автоматика не реагирует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3784176" y="6331527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Провод возвращён, выполнен сброс: состояние «норма»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153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14565-B386-F020-593E-D7354129DF87}"/>
              </a:ext>
            </a:extLst>
          </p:cNvPr>
          <p:cNvSpPr txBox="1"/>
          <p:nvPr/>
        </p:nvSpPr>
        <p:spPr>
          <a:xfrm>
            <a:off x="1151546" y="2739628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F65AE-0B88-2C45-877F-13BA33739FA5}"/>
              </a:ext>
            </a:extLst>
          </p:cNvPr>
          <p:cNvSpPr txBox="1"/>
          <p:nvPr/>
        </p:nvSpPr>
        <p:spPr>
          <a:xfrm>
            <a:off x="5347531" y="2737222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BEE5B-C4AD-3E0F-2A4D-A20E5899B5F7}"/>
              </a:ext>
            </a:extLst>
          </p:cNvPr>
          <p:cNvSpPr txBox="1"/>
          <p:nvPr/>
        </p:nvSpPr>
        <p:spPr>
          <a:xfrm>
            <a:off x="9543516" y="2537012"/>
            <a:ext cx="1625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Журнал в БД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A83AD9-2B5C-34BC-E291-6F3DC623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" y="905534"/>
            <a:ext cx="4149662" cy="39442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11EEA7-FEE9-54A5-54E8-33DAA85BD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44" y="2307710"/>
            <a:ext cx="4287105" cy="409309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B443B2-D9CC-76BA-4111-4A9617FD7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621" y="1051061"/>
            <a:ext cx="4287105" cy="3372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/>
              <a:t>Что делать пользователю при неисправности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1554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Заметить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Красное состояние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Проверить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874264" y="32689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Провод датчика</a:t>
            </a:r>
            <a:r>
              <a:rPr lang="en-US" sz="1400" dirty="0"/>
              <a:t> DHT11</a:t>
            </a:r>
            <a:r>
              <a:rPr lang="ru-RU" sz="1400" dirty="0"/>
              <a:t> 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9864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986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Самопроверка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21224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Кнопка «Самопроверка»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37576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3757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Сброс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Кнопка «Сброс (восстановление)»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05288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052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756648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Специалист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Позвать при повторной неисправности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При перегреве (OVERHEAT) модуль сам возвращается к работе, когда температура опустится ниже порога; в журнале появится RESTORE.</a:t>
            </a: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tx1"/>
                </a:solidFill>
              </a:r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 hasCustomPrompt="1"/>
          </p:nvPr>
        </p:nvSpPr>
        <p:spPr>
          <a:xfrm>
            <a:off x="0" y="1189038"/>
            <a:ext cx="10698163" cy="21939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/>
              <a:t>Предложения по модернизации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4294967295" hasCustomPrompt="1"/>
          </p:nvPr>
        </p:nvSpPr>
        <p:spPr>
          <a:xfrm>
            <a:off x="0" y="3657600"/>
            <a:ext cx="10698163" cy="201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800" dirty="0"/>
              <a:t>Второй датчик расстояния – усреднение двух значений для более точного определения положения машины;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800" dirty="0"/>
              <a:t>Звуковое уведомление пользователя о неисправностях -  использования разных частот для каждого вида неисправности4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800" dirty="0"/>
              <a:t>Ночной режим шлагбаума – ночью постоянно закрыт вне зависимости от режимов.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rossroads">
  <a:themeElements>
    <a:clrScheme name="Smart Crossroads">
      <a:dk1>
        <a:srgbClr val="1F2A30"/>
      </a:dk1>
      <a:lt1>
        <a:srgbClr val="FFFFFF"/>
      </a:lt1>
      <a:dk2>
        <a:srgbClr val="37474F"/>
      </a:dk2>
      <a:lt2>
        <a:srgbClr val="ECEFF1"/>
      </a:lt2>
      <a:accent1>
        <a:srgbClr val="F2A900"/>
      </a:accent1>
      <a:accent2>
        <a:srgbClr val="2A9D8F"/>
      </a:accent2>
      <a:accent3>
        <a:srgbClr val="D62828"/>
      </a:accent3>
      <a:accent4>
        <a:srgbClr val="1D6FA5"/>
      </a:accent4>
      <a:accent5>
        <a:srgbClr val="6C757D"/>
      </a:accent5>
      <a:accent6>
        <a:srgbClr val="8E44AD"/>
      </a:accent6>
      <a:hlink>
        <a:srgbClr val="1D6FA5"/>
      </a:hlink>
      <a:folHlink>
        <a:srgbClr val="6C757D"/>
      </a:folHlink>
    </a:clrScheme>
    <a:fontScheme name="Smart Crossroa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326</Words>
  <Application>Microsoft Office PowerPoint</Application>
  <PresentationFormat>Широкоэкранный</PresentationFormat>
  <Paragraphs>77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Smart Crossroads</vt:lpstr>
      <vt:lpstr>Модуль «Шлагбаум»: контроль, диагностика и восстановление</vt:lpstr>
      <vt:lpstr>Состав модуля</vt:lpstr>
      <vt:lpstr>Режимы работы и логика</vt:lpstr>
      <vt:lpstr>Выявление неисправности: обрыв провода DHT11</vt:lpstr>
      <vt:lpstr>Что делать пользователю при неисправности</vt:lpstr>
      <vt:lpstr>Предложения по модернизации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Diagnostics</dc:title>
  <dc:subject>PptxGenJS Presentation</dc:subject>
  <dc:creator>Иванов Иван Иванович</dc:creator>
  <cp:lastModifiedBy>Stud907</cp:lastModifiedBy>
  <cp:revision>9</cp:revision>
  <dcterms:created xsi:type="dcterms:W3CDTF">2026-10-14T06:44:10Z</dcterms:created>
  <dcterms:modified xsi:type="dcterms:W3CDTF">2026-10-24T08:35:14Z</dcterms:modified>
</cp:coreProperties>
</file>